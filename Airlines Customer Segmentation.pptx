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Urbanist" panose="020B0604020202020204" charset="0"/>
      <p:regular r:id="rId7"/>
      <p:bold r:id="rId8"/>
      <p:italic r:id="rId9"/>
      <p:boldItalic r:id="rId10"/>
    </p:embeddedFont>
    <p:embeddedFont>
      <p:font typeface="Urbanist SemiBold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9037" y="4726185"/>
            <a:ext cx="47339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131689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AVIATION MARKETING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503164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EastWest Airlines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Customer Segmentation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602235"/>
            <a:ext cx="8096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Applying Unsupervised Learning to identify high-value flyer personas and optimize loyalty program engagement.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53646" y="485001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571500" y="24384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Business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905125"/>
            <a:ext cx="326520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 maximize the efficiency of the EastWest Airlines frequent flyer program by segmenting passengers into clusters based on mileage, credit card usage, and flight frequency. This allows for hyper-personalized marketing offers.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511" y="2438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 flipV="1">
            <a:off x="349676" y="5845256"/>
            <a:ext cx="200025" cy="2238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840494"/>
            <a:ext cx="4086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3,999 records, 12 variables (Balance,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Bonus_miles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Flight_miles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CC_miles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, etc.)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OBJECTIVE &amp; DATASET OVERVIEW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47DCE-DBC8-3038-1B4F-1B4B7847D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609" y="1412563"/>
            <a:ext cx="4157754" cy="2488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80A2E5-FFA0-1BE3-6E86-8963DE347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1063" y="3988669"/>
            <a:ext cx="3979341" cy="23939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05275"/>
            <a:ext cx="1104900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00275"/>
            <a:ext cx="26193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2200275"/>
            <a:ext cx="26193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200275"/>
            <a:ext cx="26193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1125" y="2200275"/>
            <a:ext cx="26193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66775" y="4400550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Segment Inference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4714875"/>
            <a:ext cx="10458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moving away from "one-size-fits-all" marketing, the airline can significantly reduce churn in the "Bulk" segment while increasing the "wallet-share" of the Card Loyalists through high-engagement retail partnerships.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2438400"/>
            <a:ext cx="21431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Cluster 1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90625" y="2867025"/>
            <a:ext cx="1381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BULK (LOW VALUE)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09625" y="3265605"/>
            <a:ext cx="21431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Target with "First Flight" discounts to build loyalty.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3619500" y="2438400"/>
            <a:ext cx="21431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Cluster 2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229100" y="2867025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VIP FLYERS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619500" y="3275029"/>
            <a:ext cx="21431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Priority service &amp; lounge access for elite members.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6429375" y="2438400"/>
            <a:ext cx="21431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Cluster 0 &amp; 3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991350" y="2867025"/>
            <a:ext cx="1019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CARD LOYALISTS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429375" y="3246751"/>
            <a:ext cx="21431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Double-point weekends via retail partners.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9239250" y="2438400"/>
            <a:ext cx="21431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Cluster 4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796462" y="2867025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REWARDS USERS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239250" y="3265605"/>
            <a:ext cx="21431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Specialized card-holder insurance &amp; events.</a:t>
            </a:r>
            <a:endParaRPr dirty="0"/>
          </a:p>
        </p:txBody>
      </p:sp>
      <p:sp>
        <p:nvSpPr>
          <p:cNvPr id="132" name="Google Shape;132;p15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CORE SEGMENTS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2600"/>
            <a:ext cx="11049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67050"/>
            <a:ext cx="110490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91050"/>
            <a:ext cx="11049000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04875" y="2047875"/>
            <a:ext cx="109413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Performance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04875" y="2324100"/>
            <a:ext cx="1042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Successfully segmented the population into 5 distinct, actionable clusters with high intra-cluster similarity, validated via the Elbow method.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04875" y="3362325"/>
            <a:ext cx="109413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Takeaway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04875" y="3638550"/>
            <a:ext cx="104203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Credit card integration is the primary driver for miles accumulation outside of flying. Transitioning "Bulk" users to "Card Loyalists" is the highest ROI path.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57250" y="4886325"/>
            <a:ext cx="1099137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57250" y="5162550"/>
            <a:ext cx="104679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Integrate churn probability scores and customer lifetime value (CLV) predictions to further refine the targeting of the VIP and Reward segments.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CONCLUSION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Widescreen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Urbanist</vt:lpstr>
      <vt:lpstr>Arial</vt:lpstr>
      <vt:lpstr>Calibri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2026-05-12T10:20:00Z</dcterms:modified>
</cp:coreProperties>
</file>